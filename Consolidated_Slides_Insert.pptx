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Current, modified &amp; 2027 — both outlets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50976" y="2286000"/>
          <a:ext cx="11521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19"/>
                <a:gridCol w="2560319"/>
                <a:gridCol w="2560319"/>
              </a:tblGrid>
              <a:tr h="568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ACT/FOR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MODIFIED · 8/1 GO-LIVE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2027 PLAN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Total income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$640.7K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$666.7K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$777.1K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Cost of goods 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$227.6K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$236.3K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$304.4K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$413.1K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$430.4K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$472.7K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Labor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$250.3K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$201.8K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Operating expenses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$205.6K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$191.2K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$188.4K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Management fee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$96.0K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$67.2K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$31.1K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Rent / occupancy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$38.7K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$23.5K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($177.5K)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($87.0K)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$51.4K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93040" y="2377440"/>
            <a:ext cx="47548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BY OUTLET — NOP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Little Wing:  ($164.0K) → ($110.7K) → ($30.0K)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Vessel:  ($13.5K) → +$23.7K → +$81.4K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THE SWING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($177.5K) today to +$51.4K in 2027 — a $228.9K turnaround, with every lever tied to the operating model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IMMEDIATE IMPACT — AUG 1 THROUGH YEAR-END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+$90.5K combined in five months (LW +$53.3K · Vessel +$37.2K) vs no changes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457200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2027 MONTHLY P&amp;L</a:t>
            </a:r>
          </a:p>
        </p:txBody>
      </p:sp>
      <p:pic>
        <p:nvPicPr>
          <p:cNvPr id="3" name="Picture 2" descr="combined_pnl_exhi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9" y="960120"/>
            <a:ext cx="17007840" cy="101178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50976" y="11215135"/>
            <a:ext cx="163677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3F4A4E"/>
                </a:solidFill>
                <a:latin typeface="Arial"/>
              </a:rPr>
              <a:t>Rendered directly from the Combined 12-Mo P&amp;L tab, Method_Operating_Model_2027_22.xlsx — Vessel + Little Wing, all levers in effect. FY NOP $51,360; ten of twelve months profitable (Feb/Apr dips = 3-event months at Vessel).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